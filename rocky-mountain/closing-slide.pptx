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Two-column read: LEFT is the six-month plan as a vertical timeline; RIGHT is the payoff, stacked — the North Star anchor, how it shows up in the operational cycle (Reviewed -&gt; Acted on -&gt; Earlier), and the renewal story. 'Week 2, not Week 12' is the single biggest phrase. All figures are illustrative — replace specifics with real pilot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02920"/>
            <a:ext cx="109728" cy="109728"/>
          </a:xfrm>
          <a:prstGeom prst="ellipse">
            <a:avLst/>
          </a:prstGeom>
          <a:solidFill>
            <a:srgbClr val="5A6CE6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SIX-MONTH PLAN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786384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months to prove earlier reviewed action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history, pilot by hand, then automate only what changes care behavior.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" y="2313432"/>
            <a:ext cx="0" cy="3200400"/>
          </a:xfrm>
          <a:prstGeom prst="line">
            <a:avLst/>
          </a:prstGeom>
          <a:noFill/>
          <a:ln w="19050">
            <a:solidFill>
              <a:srgbClr val="D9D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20116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508760" y="2194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signal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24871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known care changes against Teton history.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" y="2112264"/>
            <a:ext cx="402336" cy="402336"/>
          </a:xfrm>
          <a:prstGeom prst="ellipse">
            <a:avLst/>
          </a:prstGeom>
          <a:solidFill>
            <a:srgbClr val="5A6CE6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08760" y="36118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2–4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508760" y="3794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workflow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40873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weekly candidates by hand with 1–2 partners.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" y="3712464"/>
            <a:ext cx="402336" cy="402336"/>
          </a:xfrm>
          <a:prstGeom prst="ellipse">
            <a:avLst/>
          </a:prstGeom>
          <a:solidFill>
            <a:srgbClr val="5A6CE6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712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52120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4–6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508760" y="5394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loop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56875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candidate generation, review, and documentation.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4672" y="5312664"/>
            <a:ext cx="402336" cy="402336"/>
          </a:xfrm>
          <a:prstGeom prst="ellipse">
            <a:avLst/>
          </a:prstGeom>
          <a:solidFill>
            <a:srgbClr val="5A6CE6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5312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06440" y="1920240"/>
            <a:ext cx="5605272" cy="2057400"/>
          </a:xfrm>
          <a:prstGeom prst="roundRect">
            <a:avLst>
              <a:gd name="adj" fmla="val 6222"/>
            </a:avLst>
          </a:prstGeom>
          <a:solidFill>
            <a:srgbClr val="16181C"/>
          </a:solidFill>
          <a:ln/>
          <a:effectLst>
            <a:outerShdw sx="100000" sy="100000" kx="0" ky="0" algn="bl" rotWithShape="0" blurRad="114300" dist="38100" dir="5400000">
              <a:srgbClr val="20232A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0488" y="2221992"/>
            <a:ext cx="109728" cy="109728"/>
          </a:xfrm>
          <a:prstGeom prst="ellipse">
            <a:avLst/>
          </a:prstGeom>
          <a:solidFill>
            <a:srgbClr val="BCEFCB"/>
          </a:solidFill>
          <a:ln/>
        </p:spPr>
      </p:sp>
      <p:sp>
        <p:nvSpPr>
          <p:cNvPr id="24" name="Text 22"/>
          <p:cNvSpPr/>
          <p:nvPr/>
        </p:nvSpPr>
        <p:spPr>
          <a:xfrm>
            <a:off x="6391656" y="21305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90488" y="2542032"/>
            <a:ext cx="4837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early we catch meaningful decline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90488" y="2926080"/>
            <a:ext cx="4837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2,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6190488" y="3511296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Week 12.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5806440" y="4151376"/>
            <a:ext cx="109728" cy="109728"/>
          </a:xfrm>
          <a:prstGeom prst="ellipse">
            <a:avLst/>
          </a:prstGeom>
          <a:solidFill>
            <a:srgbClr val="5A6CE6"/>
          </a:solidFill>
          <a:ln/>
        </p:spPr>
      </p:sp>
      <p:sp>
        <p:nvSpPr>
          <p:cNvPr id="29" name="Text 27"/>
          <p:cNvSpPr/>
          <p:nvPr/>
        </p:nvSpPr>
        <p:spPr>
          <a:xfrm>
            <a:off x="6007608" y="40599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OPERATIONAL CYCLE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06440" y="44531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806440" y="46908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in cadence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406640" y="44531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F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726680" y="44531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Acted on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726680" y="46908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started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326880" y="44531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F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646920" y="44531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9646920" y="46908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fewer delays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806440" y="5120640"/>
            <a:ext cx="5605272" cy="932688"/>
          </a:xfrm>
          <a:prstGeom prst="roundRect">
            <a:avLst>
              <a:gd name="adj" fmla="val 13725"/>
            </a:avLst>
          </a:prstGeom>
          <a:solidFill>
            <a:srgbClr val="E7E3F5"/>
          </a:solidFill>
          <a:ln/>
          <a:effectLst>
            <a:outerShdw sx="100000" sy="100000" kx="0" ky="0" algn="bl" rotWithShape="0" blurRad="114300" dist="38100" dir="5400000">
              <a:srgbClr val="20232A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17336" y="5330952"/>
            <a:ext cx="109728" cy="109728"/>
          </a:xfrm>
          <a:prstGeom prst="ellipse">
            <a:avLst/>
          </a:prstGeom>
          <a:solidFill>
            <a:srgbClr val="5A6CE6"/>
          </a:solidFill>
          <a:ln/>
        </p:spPr>
      </p:sp>
      <p:sp>
        <p:nvSpPr>
          <p:cNvPr id="40" name="Text 38"/>
          <p:cNvSpPr/>
          <p:nvPr/>
        </p:nvSpPr>
        <p:spPr>
          <a:xfrm>
            <a:off x="6318504" y="52395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STORY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17336" y="55778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73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renewal, Teton can show </a:t>
            </a:r>
            <a:pPr algn="l" indent="0" marL="0">
              <a:lnSpc>
                <a:spcPct val="114000"/>
              </a:lnSpc>
              <a:buNone/>
            </a:pPr>
            <a:r>
              <a:rPr lang="en-US" sz="13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identification</a:t>
            </a:r>
            <a:pPr algn="l"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73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lnSpc>
                <a:spcPct val="114000"/>
              </a:lnSpc>
              <a:buNone/>
            </a:pPr>
            <a:r>
              <a:rPr lang="en-US" sz="13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reassessments</a:t>
            </a:r>
            <a:pPr algn="l"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73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an </a:t>
            </a:r>
            <a:pPr algn="l" indent="0" marL="0">
              <a:lnSpc>
                <a:spcPct val="114000"/>
              </a:lnSpc>
              <a:buNone/>
            </a:pPr>
            <a:r>
              <a:rPr lang="en-US" sz="13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story beyond falls</a:t>
            </a:r>
            <a:pPr algn="l"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73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Teton  ·  Product recommendation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95856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Teton — Closing slide (redesign)</dc:title>
  <dc:subject>PptxGenJS Presentation</dc:subject>
  <dc:creator>Teton</dc:creator>
  <cp:lastModifiedBy>Teton</cp:lastModifiedBy>
  <cp:revision>1</cp:revision>
  <dcterms:created xsi:type="dcterms:W3CDTF">2026-07-07T04:16:14Z</dcterms:created>
  <dcterms:modified xsi:type="dcterms:W3CDTF">2026-07-07T04:16:14Z</dcterms:modified>
</cp:coreProperties>
</file>