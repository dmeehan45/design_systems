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slide, rebuilt as a closing argument. Reading path: title → North Star (dark anchor) → success ladder → renewal story. North Star 'Week 2, not Week 12' is the single biggest phrase. All figures are illustrative — replace N / M and specifics with real pilot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02920"/>
            <a:ext cx="109728" cy="109728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4114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SIX-MONTH PLAN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7863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months to prove earlier reviewed action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77240" y="1325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history, pilot by hand, then automate only what changes care behavior.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810512"/>
            <a:ext cx="5669280" cy="774192"/>
          </a:xfrm>
          <a:prstGeom prst="roundRect">
            <a:avLst>
              <a:gd name="adj" fmla="val 14173"/>
            </a:avLst>
          </a:prstGeom>
          <a:solidFill>
            <a:srgbClr val="F4F4F4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696" y="1978152"/>
            <a:ext cx="438912" cy="438912"/>
          </a:xfrm>
          <a:prstGeom prst="ellipse">
            <a:avLst/>
          </a:prstGeom>
          <a:solidFill>
            <a:srgbClr val="181818"/>
          </a:solidFill>
          <a:ln/>
        </p:spPr>
      </p:sp>
      <p:sp>
        <p:nvSpPr>
          <p:cNvPr id="8" name="Text 6"/>
          <p:cNvSpPr/>
          <p:nvPr/>
        </p:nvSpPr>
        <p:spPr>
          <a:xfrm>
            <a:off x="996696" y="1978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45920" y="192938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45920" y="21031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signal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645920" y="235915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known care changes against Teton history.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703576"/>
            <a:ext cx="5669280" cy="774192"/>
          </a:xfrm>
          <a:prstGeom prst="roundRect">
            <a:avLst>
              <a:gd name="adj" fmla="val 14173"/>
            </a:avLst>
          </a:prstGeom>
          <a:solidFill>
            <a:srgbClr val="F4F4F4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96696" y="2871216"/>
            <a:ext cx="438912" cy="438912"/>
          </a:xfrm>
          <a:prstGeom prst="ellipse">
            <a:avLst/>
          </a:prstGeom>
          <a:solidFill>
            <a:srgbClr val="181818"/>
          </a:solidFill>
          <a:ln/>
        </p:spPr>
      </p:sp>
      <p:sp>
        <p:nvSpPr>
          <p:cNvPr id="14" name="Text 12"/>
          <p:cNvSpPr/>
          <p:nvPr/>
        </p:nvSpPr>
        <p:spPr>
          <a:xfrm>
            <a:off x="996696" y="28712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45920" y="282244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2–4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45920" y="29961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workflow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645920" y="325221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weekly candidates by hand with 1–2 partners.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596640"/>
            <a:ext cx="5669280" cy="774192"/>
          </a:xfrm>
          <a:prstGeom prst="roundRect">
            <a:avLst>
              <a:gd name="adj" fmla="val 14173"/>
            </a:avLst>
          </a:prstGeom>
          <a:solidFill>
            <a:srgbClr val="F4F4F4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96696" y="3764280"/>
            <a:ext cx="438912" cy="438912"/>
          </a:xfrm>
          <a:prstGeom prst="ellipse">
            <a:avLst/>
          </a:prstGeom>
          <a:solidFill>
            <a:srgbClr val="181818"/>
          </a:solidFill>
          <a:ln/>
        </p:spPr>
      </p:sp>
      <p:sp>
        <p:nvSpPr>
          <p:cNvPr id="20" name="Text 18"/>
          <p:cNvSpPr/>
          <p:nvPr/>
        </p:nvSpPr>
        <p:spPr>
          <a:xfrm>
            <a:off x="996696" y="3764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645920" y="37155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4–6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45920" y="38892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loop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645920" y="414528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generation, review, and documentation.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02552" y="1810512"/>
            <a:ext cx="4709160" cy="2560320"/>
          </a:xfrm>
          <a:prstGeom prst="roundRect">
            <a:avLst>
              <a:gd name="adj" fmla="val 5000"/>
            </a:avLst>
          </a:prstGeom>
          <a:solidFill>
            <a:srgbClr val="16181C"/>
          </a:solidFill>
          <a:ln/>
          <a:effectLst>
            <a:outerShdw sx="100000" sy="100000" kx="0" ky="0" algn="bl" rotWithShape="0" blurRad="114300" dist="38100" dir="5400000">
              <a:srgbClr val="20232A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086600" y="2148840"/>
            <a:ext cx="109728" cy="109728"/>
          </a:xfrm>
          <a:prstGeom prst="ellipse">
            <a:avLst/>
          </a:prstGeom>
          <a:solidFill>
            <a:srgbClr val="BCEFCB"/>
          </a:solidFill>
          <a:ln/>
        </p:spPr>
      </p:sp>
      <p:sp>
        <p:nvSpPr>
          <p:cNvPr id="26" name="Text 24"/>
          <p:cNvSpPr/>
          <p:nvPr/>
        </p:nvSpPr>
        <p:spPr>
          <a:xfrm>
            <a:off x="7287768" y="2057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86600" y="2468880"/>
            <a:ext cx="3941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weeks earlier that meaningful decline is reviewed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86600" y="3291840"/>
            <a:ext cx="3941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2,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7086600" y="3840480"/>
            <a:ext cx="3941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A8A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Week 12.</a:t>
            </a:r>
            <a:endParaRPr lang="en-US" sz="2700" dirty="0"/>
          </a:p>
        </p:txBody>
      </p:sp>
      <p:sp>
        <p:nvSpPr>
          <p:cNvPr id="30" name="Shape 28"/>
          <p:cNvSpPr/>
          <p:nvPr/>
        </p:nvSpPr>
        <p:spPr>
          <a:xfrm>
            <a:off x="777240" y="4535424"/>
            <a:ext cx="1792224" cy="1572768"/>
          </a:xfrm>
          <a:prstGeom prst="roundRect">
            <a:avLst>
              <a:gd name="adj" fmla="val 6977"/>
            </a:avLst>
          </a:prstGeom>
          <a:solidFill>
            <a:srgbClr val="F4F4F4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6696" y="479145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96696" y="5138928"/>
            <a:ext cx="138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in cadence and confirmed meaningful.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15768" y="4535424"/>
            <a:ext cx="1792224" cy="1572768"/>
          </a:xfrm>
          <a:prstGeom prst="roundRect">
            <a:avLst>
              <a:gd name="adj" fmla="val 6977"/>
            </a:avLst>
          </a:prstGeom>
          <a:solidFill>
            <a:srgbClr val="F4F4F4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35224" y="479145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Acted on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2935224" y="5138928"/>
            <a:ext cx="138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intervention, or reassessment started.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54296" y="4535424"/>
            <a:ext cx="1792224" cy="1572768"/>
          </a:xfrm>
          <a:prstGeom prst="roundRect">
            <a:avLst>
              <a:gd name="adj" fmla="val 6977"/>
            </a:avLst>
          </a:prstGeom>
          <a:solidFill>
            <a:srgbClr val="F4F4F4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73752" y="4791456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5A6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4873752" y="5138928"/>
            <a:ext cx="138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reviewed sooner, with fewer delayed reassessments.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702552" y="4535424"/>
            <a:ext cx="4709160" cy="1572768"/>
          </a:xfrm>
          <a:prstGeom prst="roundRect">
            <a:avLst>
              <a:gd name="adj" fmla="val 8140"/>
            </a:avLst>
          </a:prstGeom>
          <a:solidFill>
            <a:srgbClr val="E7E3F5"/>
          </a:solidFill>
          <a:ln/>
          <a:effectLst>
            <a:outerShdw sx="100000" sy="100000" kx="0" ky="0" algn="bl" rotWithShape="0" blurRad="114300" dist="38100" dir="5400000">
              <a:srgbClr val="20232A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022592" y="4818888"/>
            <a:ext cx="109728" cy="109728"/>
          </a:xfrm>
          <a:prstGeom prst="ellipse">
            <a:avLst/>
          </a:prstGeom>
          <a:solidFill>
            <a:srgbClr val="5A6CE6"/>
          </a:solidFill>
          <a:ln/>
        </p:spPr>
      </p:sp>
      <p:sp>
        <p:nvSpPr>
          <p:cNvPr id="41" name="Text 39"/>
          <p:cNvSpPr/>
          <p:nvPr/>
        </p:nvSpPr>
        <p:spPr>
          <a:xfrm>
            <a:off x="7223760" y="4727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A4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STORY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022592" y="5138928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37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renewal, Teton can show </a:t>
            </a:r>
            <a:pPr algn="l" indent="0" marL="0">
              <a:lnSpc>
                <a:spcPct val="116000"/>
              </a:lnSpc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resident identification</a:t>
            </a:r>
            <a:pPr algn="l"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37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lnSpc>
                <a:spcPct val="116000"/>
              </a:lnSpc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reassessments</a:t>
            </a:r>
            <a:pPr algn="l"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37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a </a:t>
            </a:r>
            <a:pPr algn="l" indent="0" marL="0">
              <a:lnSpc>
                <a:spcPct val="116000"/>
              </a:lnSpc>
              <a:buNone/>
            </a:pPr>
            <a:r>
              <a:rPr lang="en-US" sz="1450" b="1" dirty="0">
                <a:solidFill>
                  <a:srgbClr val="181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care-quality ROI story beyond falls</a:t>
            </a:r>
            <a:pPr algn="l"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37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Teton  ·  Product recommendation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9585655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00" kern="0" dirty="0">
                <a:solidFill>
                  <a:srgbClr val="8E8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Teton — Closing slide (redesign)</dc:title>
  <dc:subject>PptxGenJS Presentation</dc:subject>
  <dc:creator>Teton</dc:creator>
  <cp:lastModifiedBy>Teton</cp:lastModifiedBy>
  <cp:revision>1</cp:revision>
  <dcterms:created xsi:type="dcterms:W3CDTF">2026-07-07T03:56:00Z</dcterms:created>
  <dcterms:modified xsi:type="dcterms:W3CDTF">2026-07-07T03:56:00Z</dcterms:modified>
</cp:coreProperties>
</file>